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 type="screen16x9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9" d="100"/>
          <a:sy n="69" d="100"/>
        </p:scale>
        <p:origin x="768" y="7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259191" name="Rectangle 2"/>
          <p:cNvSpPr>
            <a:spLocks noChangeArrowheads="1" noGrp="1"/>
          </p:cNvSpPr>
          <p:nvPr>
            <p:ph type="hdr" sz="quarter"/>
          </p:nvPr>
        </p:nvSpPr>
        <p:spPr bwMode="auto">
          <a:xfrm>
            <a:off x="2" y="1"/>
            <a:ext cx="3076574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/>
          </a:bodyPr>
          <a:lstStyle>
            <a:lvl1pPr algn="l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188221" name="Rectangle 3"/>
          <p:cNvSpPr>
            <a:spLocks noChangeArrowheads="1" noGrp="1"/>
          </p:cNvSpPr>
          <p:nvPr>
            <p:ph type="dt" idx="1"/>
          </p:nvPr>
        </p:nvSpPr>
        <p:spPr bwMode="auto">
          <a:xfrm>
            <a:off x="4021139" y="1"/>
            <a:ext cx="3076574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/>
          </a:bodyPr>
          <a:lstStyle>
            <a:lvl1pPr algn="r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23127345" name="Rectangle 4"/>
          <p:cNvSpPr>
            <a:spLocks noChangeArrowheads="1" noChangeAspect="1" noGrp="1" noRot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40476509" name="Rectangle 5"/>
          <p:cNvSpPr>
            <a:spLocks noChangeArrowheads="1" noGrp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/>
          </a:bodyPr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04513037" name="Rectangle 6"/>
          <p:cNvSpPr>
            <a:spLocks noChangeArrowheads="1" noGrp="1"/>
          </p:cNvSpPr>
          <p:nvPr>
            <p:ph type="ftr" sz="quarter" idx="4"/>
          </p:nvPr>
        </p:nvSpPr>
        <p:spPr bwMode="auto">
          <a:xfrm>
            <a:off x="2" y="9720264"/>
            <a:ext cx="3076574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/>
          </a:bodyPr>
          <a:lstStyle>
            <a:lvl1pPr algn="l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40960092" name="Rectangle 7"/>
          <p:cNvSpPr>
            <a:spLocks noChangeArrowheads="1" noGrp="1"/>
          </p:cNvSpPr>
          <p:nvPr>
            <p:ph type="sldNum" sz="quarter" idx="5"/>
          </p:nvPr>
        </p:nvSpPr>
        <p:spPr bwMode="auto">
          <a:xfrm>
            <a:off x="4021139" y="9720264"/>
            <a:ext cx="3076574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/>
          </a:bodyPr>
          <a:lstStyle>
            <a:lvl1pPr algn="r">
              <a:defRPr sz="1100"/>
            </a:lvl1pPr>
          </a:lstStyle>
          <a:p>
            <a:pPr>
              <a:defRPr/>
            </a:pPr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9C7230-41EB-354F-A69C-4854F75F84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617EB6-CB3F-881B-C33D-D932F73B6E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3854DD-21E4-AFE4-D7C1-E40E27BAD8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F18C2C-0094-C8BD-8A16-F552A9ACA8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4E55A6-DC31-B882-9004-83C32E6491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807390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921679510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21739503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pPr>
              <a:defRPr/>
            </a:pPr>
            <a:fld id="{D328E88C-8FC8-4E85-8719-1A43268C014F}" type="datetimeFigureOut">
              <a:rPr lang="ru-RU"/>
              <a:t>вс 12.02.23</a:t>
            </a:fld>
            <a:endParaRPr lang="ru-RU"/>
          </a:p>
        </p:txBody>
      </p:sp>
      <p:sp>
        <p:nvSpPr>
          <p:cNvPr id="592611203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pPr>
              <a:defRPr/>
            </a:pPr>
            <a:endParaRPr lang="ru-RU"/>
          </a:p>
        </p:txBody>
      </p:sp>
      <p:sp>
        <p:nvSpPr>
          <p:cNvPr id="49421049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pPr>
              <a:defRPr/>
            </a:pPr>
            <a:fld id="{2493D88E-E434-4D46-8291-1E5778BB9E3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76550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28677899" name="Объект 2"/>
          <p:cNvSpPr>
            <a:spLocks noGrp="1"/>
          </p:cNvSpPr>
          <p:nvPr>
            <p:ph idx="1"/>
          </p:nvPr>
        </p:nvSpPr>
        <p:spPr bwMode="auto"/>
        <p:txBody>
          <a:bodyPr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70678453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pPr>
              <a:defRPr/>
            </a:pPr>
            <a:fld id="{D328E88C-8FC8-4E85-8719-1A43268C014F}" type="datetimeFigureOut">
              <a:rPr lang="ru-RU"/>
              <a:t>вс 12.02.23</a:t>
            </a:fld>
            <a:endParaRPr lang="ru-RU"/>
          </a:p>
        </p:txBody>
      </p:sp>
      <p:sp>
        <p:nvSpPr>
          <p:cNvPr id="14179914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pPr>
              <a:defRPr/>
            </a:pPr>
            <a:endParaRPr lang="ru-RU"/>
          </a:p>
        </p:txBody>
      </p:sp>
      <p:sp>
        <p:nvSpPr>
          <p:cNvPr id="178083759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pPr>
              <a:defRPr/>
            </a:pPr>
            <a:fld id="{2493D88E-E434-4D46-8291-1E5778BB9E3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503480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482181182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97771247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pPr>
              <a:defRPr/>
            </a:pPr>
            <a:fld id="{D328E88C-8FC8-4E85-8719-1A43268C014F}" type="datetimeFigureOut">
              <a:rPr lang="ru-RU"/>
              <a:t>вс 12.02.23</a:t>
            </a:fld>
            <a:endParaRPr lang="ru-RU"/>
          </a:p>
        </p:txBody>
      </p:sp>
      <p:sp>
        <p:nvSpPr>
          <p:cNvPr id="912445473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pPr>
              <a:defRPr/>
            </a:pPr>
            <a:endParaRPr lang="ru-RU"/>
          </a:p>
        </p:txBody>
      </p:sp>
      <p:sp>
        <p:nvSpPr>
          <p:cNvPr id="187059884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pPr>
              <a:defRPr/>
            </a:pPr>
            <a:fld id="{2493D88E-E434-4D46-8291-1E5778BB9E3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81051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43643371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1218811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102884994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pPr>
              <a:defRPr/>
            </a:pPr>
            <a:fld id="{D328E88C-8FC8-4E85-8719-1A43268C014F}" type="datetimeFigureOut">
              <a:rPr lang="ru-RU"/>
              <a:t>вс 12.02.23</a:t>
            </a:fld>
            <a:endParaRPr lang="ru-RU"/>
          </a:p>
        </p:txBody>
      </p:sp>
      <p:sp>
        <p:nvSpPr>
          <p:cNvPr id="176019428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pPr>
              <a:defRPr/>
            </a:pPr>
            <a:endParaRPr lang="ru-RU"/>
          </a:p>
        </p:txBody>
      </p:sp>
      <p:sp>
        <p:nvSpPr>
          <p:cNvPr id="723134920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pPr>
              <a:defRPr/>
            </a:pPr>
            <a:fld id="{2493D88E-E434-4D46-8291-1E5778BB9E3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419891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07805350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21176538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05201618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857543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09412958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pPr>
              <a:defRPr/>
            </a:pPr>
            <a:fld id="{D328E88C-8FC8-4E85-8719-1A43268C014F}" type="datetimeFigureOut">
              <a:rPr lang="ru-RU"/>
              <a:t>вс 12.02.23</a:t>
            </a:fld>
            <a:endParaRPr lang="ru-RU"/>
          </a:p>
        </p:txBody>
      </p:sp>
      <p:sp>
        <p:nvSpPr>
          <p:cNvPr id="1201234509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pPr>
              <a:defRPr/>
            </a:pPr>
            <a:endParaRPr lang="ru-RU"/>
          </a:p>
        </p:txBody>
      </p:sp>
      <p:sp>
        <p:nvSpPr>
          <p:cNvPr id="668523100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pPr>
              <a:defRPr/>
            </a:pPr>
            <a:fld id="{2493D88E-E434-4D46-8291-1E5778BB9E3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1928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839857488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pPr>
              <a:defRPr/>
            </a:pPr>
            <a:fld id="{D328E88C-8FC8-4E85-8719-1A43268C014F}" type="datetimeFigureOut">
              <a:rPr lang="ru-RU"/>
              <a:t>вс 12.02.23</a:t>
            </a:fld>
            <a:endParaRPr lang="ru-RU"/>
          </a:p>
        </p:txBody>
      </p:sp>
      <p:sp>
        <p:nvSpPr>
          <p:cNvPr id="1568869869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pPr>
              <a:defRPr/>
            </a:pPr>
            <a:endParaRPr lang="ru-RU"/>
          </a:p>
        </p:txBody>
      </p:sp>
      <p:sp>
        <p:nvSpPr>
          <p:cNvPr id="1365273457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pPr>
              <a:defRPr/>
            </a:pPr>
            <a:fld id="{2493D88E-E434-4D46-8291-1E5778BB9E3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064709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pPr>
              <a:defRPr/>
            </a:pPr>
            <a:fld id="{D328E88C-8FC8-4E85-8719-1A43268C014F}" type="datetimeFigureOut">
              <a:rPr lang="ru-RU"/>
              <a:t>вс 12.02.23</a:t>
            </a:fld>
            <a:endParaRPr lang="ru-RU"/>
          </a:p>
        </p:txBody>
      </p:sp>
      <p:sp>
        <p:nvSpPr>
          <p:cNvPr id="1067228464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pPr>
              <a:defRPr/>
            </a:pPr>
            <a:endParaRPr lang="ru-RU"/>
          </a:p>
        </p:txBody>
      </p:sp>
      <p:sp>
        <p:nvSpPr>
          <p:cNvPr id="1692340506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pPr>
              <a:defRPr/>
            </a:pPr>
            <a:fld id="{2493D88E-E434-4D46-8291-1E5778BB9E3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754301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29210588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679119351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8634199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pPr>
              <a:defRPr/>
            </a:pPr>
            <a:fld id="{D328E88C-8FC8-4E85-8719-1A43268C014F}" type="datetimeFigureOut">
              <a:rPr lang="ru-RU"/>
              <a:t>вс 12.02.23</a:t>
            </a:fld>
            <a:endParaRPr lang="ru-RU"/>
          </a:p>
        </p:txBody>
      </p:sp>
      <p:sp>
        <p:nvSpPr>
          <p:cNvPr id="964807194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pPr>
              <a:defRPr/>
            </a:pPr>
            <a:endParaRPr lang="ru-RU"/>
          </a:p>
        </p:txBody>
      </p:sp>
      <p:sp>
        <p:nvSpPr>
          <p:cNvPr id="1147928248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pPr>
              <a:defRPr/>
            </a:pPr>
            <a:fld id="{2493D88E-E434-4D46-8291-1E5778BB9E3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99893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485051117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512599107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948471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pPr>
              <a:defRPr/>
            </a:pPr>
            <a:fld id="{D328E88C-8FC8-4E85-8719-1A43268C014F}" type="datetimeFigureOut">
              <a:rPr lang="ru-RU"/>
              <a:t>вс 12.02.23</a:t>
            </a:fld>
            <a:endParaRPr lang="ru-RU"/>
          </a:p>
        </p:txBody>
      </p:sp>
      <p:sp>
        <p:nvSpPr>
          <p:cNvPr id="1999243644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pPr>
              <a:defRPr/>
            </a:pPr>
            <a:endParaRPr lang="ru-RU"/>
          </a:p>
        </p:txBody>
      </p:sp>
      <p:sp>
        <p:nvSpPr>
          <p:cNvPr id="1536728236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pPr>
              <a:defRPr/>
            </a:pPr>
            <a:fld id="{2493D88E-E434-4D46-8291-1E5778BB9E3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53017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60383855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80433140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pPr>
              <a:defRPr/>
            </a:pPr>
            <a:fld id="{D328E88C-8FC8-4E85-8719-1A43268C014F}" type="datetimeFigureOut">
              <a:rPr lang="ru-RU"/>
              <a:t>вс 12.02.23</a:t>
            </a:fld>
            <a:endParaRPr lang="ru-RU"/>
          </a:p>
        </p:txBody>
      </p:sp>
      <p:sp>
        <p:nvSpPr>
          <p:cNvPr id="573804658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pPr>
              <a:defRPr/>
            </a:pPr>
            <a:endParaRPr lang="ru-RU"/>
          </a:p>
        </p:txBody>
      </p:sp>
      <p:sp>
        <p:nvSpPr>
          <p:cNvPr id="64408406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pPr>
              <a:defRPr/>
            </a:pPr>
            <a:fld id="{2493D88E-E434-4D46-8291-1E5778BB9E3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50712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83565432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9176710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pPr>
              <a:defRPr/>
            </a:pPr>
            <a:fld id="{D328E88C-8FC8-4E85-8719-1A43268C014F}" type="datetimeFigureOut">
              <a:rPr lang="ru-RU"/>
              <a:t>вс 12.02.23</a:t>
            </a:fld>
            <a:endParaRPr lang="ru-RU"/>
          </a:p>
        </p:txBody>
      </p:sp>
      <p:sp>
        <p:nvSpPr>
          <p:cNvPr id="40753989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pPr>
              <a:defRPr/>
            </a:pPr>
            <a:endParaRPr lang="ru-RU"/>
          </a:p>
        </p:txBody>
      </p:sp>
      <p:sp>
        <p:nvSpPr>
          <p:cNvPr id="186201942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pPr>
              <a:defRPr/>
            </a:pPr>
            <a:fld id="{2493D88E-E434-4D46-8291-1E5778BB9E3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631730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985456211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9817536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328E88C-8FC8-4E85-8719-1A43268C014F}" type="datetimeFigureOut">
              <a:rPr lang="ru-RU"/>
              <a:t>вс 12.02.23</a:t>
            </a:fld>
            <a:endParaRPr lang="ru-RU"/>
          </a:p>
        </p:txBody>
      </p:sp>
      <p:sp>
        <p:nvSpPr>
          <p:cNvPr id="34225280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7472773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93D88E-E434-4D46-8291-1E5778BB9E3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452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endParaRPr lang="ru-RU"/>
          </a:p>
        </p:txBody>
      </p:sp>
      <p:pic>
        <p:nvPicPr>
          <p:cNvPr id="1443531593" name="Объект 3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81765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endParaRPr lang="ru-RU"/>
          </a:p>
        </p:txBody>
      </p:sp>
      <p:pic>
        <p:nvPicPr>
          <p:cNvPr id="376807308" name="Объект 3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39621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endParaRPr lang="ru-RU"/>
          </a:p>
        </p:txBody>
      </p:sp>
      <p:pic>
        <p:nvPicPr>
          <p:cNvPr id="1331339767" name="Объект 3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54486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pPr>
              <a:defRPr/>
            </a:pPr>
            <a:endParaRPr lang="ru-RU"/>
          </a:p>
        </p:txBody>
      </p:sp>
      <p:pic>
        <p:nvPicPr>
          <p:cNvPr id="1209287765" name="Объект 3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286119" name=""/>
          <p:cNvSpPr>
            <a:spLocks noGrp="1"/>
          </p:cNvSpPr>
          <p:nvPr>
            <p:ph type="ctrTitle"/>
          </p:nvPr>
        </p:nvSpPr>
        <p:spPr bwMode="auto">
          <a:xfrm flipH="0" flipV="0">
            <a:off x="1523999" y="18317"/>
            <a:ext cx="9144000" cy="587069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p>
            <a:pPr>
              <a:defRPr/>
            </a:pPr>
            <a:r>
              <a:rPr lang="uk"/>
              <a:t>Д</a:t>
            </a:r>
            <a:r>
              <a:rPr lang="uk"/>
              <a:t>я</a:t>
            </a:r>
            <a:r>
              <a:rPr lang="uk"/>
              <a:t>к</a:t>
            </a:r>
            <a:r>
              <a:rPr lang="uk"/>
              <a:t>у</a:t>
            </a:r>
            <a:r>
              <a:rPr lang="uk"/>
              <a:t>ю</a:t>
            </a:r>
            <a:r>
              <a:rPr lang="en-US"/>
              <a:t> </a:t>
            </a:r>
            <a:r>
              <a:rPr lang="uk"/>
              <a:t>за</a:t>
            </a:r>
            <a:r>
              <a:rPr lang="en-US"/>
              <a:t> </a:t>
            </a:r>
            <a:r>
              <a:rPr lang="uk"/>
              <a:t>увагу</a:t>
            </a:r>
            <a:r>
              <a:rPr lang="en-US"/>
              <a:t>!</a:t>
            </a:r>
            <a:br>
              <a:rPr lang="ru-RU"/>
            </a:br>
            <a:r>
              <a:rPr lang="uk-UA"/>
              <a:t>Це була демо-версія презентації.</a:t>
            </a:r>
            <a:br>
              <a:rPr lang="uk-UA"/>
            </a:br>
            <a:r>
              <a:rPr lang="uk-UA"/>
              <a:t>Для покупки повної презентації звертайтесь в телеграм.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Довгопол Олена Олександрівна</dc:creator>
  <cp:lastModifiedBy/>
  <cp:revision>1</cp:revision>
  <dcterms:created xsi:type="dcterms:W3CDTF">2023-02-12T08:22:10Z</dcterms:created>
  <dcterms:modified xsi:type="dcterms:W3CDTF">2026-02-25T15:01:45Z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ca75b97aa4d44d4db57c417a84d2f872</vt:lpwstr>
  </property>
</Properties>
</file>